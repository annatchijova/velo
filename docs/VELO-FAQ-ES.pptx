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objeciones de diseño y sus respuestas. El orden va de la elección de chain hacia los límites honestos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Midnight y no Aztec o Aleo? — Tres chains con privacidad, tres modelos distintos de lo público y lo privado.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¿Por qué forense y no finanzas? — La mayoría de los casos de uso de Midnight son financieros.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¿Realmente necesita blockchain? — ¿No alcanzaría con una base de datos más una prueba ZK, sin ledger público?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¿Y si el perito miente en el análisis original? — Antes de sellarlo, cuando todavía no hay nada que auditar.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¿Alcanza con un hash chain? — ¿Para qué forzar ZK encima de algo que ya funciona?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¿No es forzar Midnight? — ¿No serviría cualquier chain más una librería ZK aparte?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¿Un hash prueba algo legalmente? — ¿O es solo criptografía conveniente?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¿No es lo mismo que ya existe? — Cadenas de custodia en blockchain, credenciales anónimas, ZK para whistleblowers.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 NETWORK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13232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qué Midnight,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qué ZK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22452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Ocho objeciones al diseño, y sus respuestas.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5349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capa de reputación para peritos forenses, sin publicar la evidencia.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720840" y="2377440"/>
            <a:ext cx="2212848" cy="1481328"/>
          </a:xfrm>
          <a:prstGeom prst="rect">
            <a:avLst/>
          </a:prstGeom>
          <a:solidFill>
            <a:srgbClr val="EDE7DA"/>
          </a:solidFill>
          <a:ln w="12700">
            <a:solidFill>
              <a:srgbClr val="EDE7D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22008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PÚBLICO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22008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commitment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case_commitment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62872" y="2377440"/>
            <a:ext cx="2212848" cy="148132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64040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464040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bundle_fingerprint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secret_salt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chain_tip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20840" y="4059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43616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 único cruce del límite, impuesto por el compilador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¿Por qué Midnight y no Aztec o Aleo?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Tres chains con privacidad, tres modelos distintos de lo público y lo privado.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AZTEC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general de smart contracts, en un modelo tipo Ethereum. Potente — pero sin el split explícito público/privado que VELO necesita.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79976" y="2329307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7720" y="2530475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859659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 por defecto, público solo donde se declara. Justo al revés de lo que VELO necesita.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9872" y="2329307"/>
            <a:ext cx="3401568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57616" y="2530475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57616" y="2859659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Dual-ledger, con disclose() como construcción de primer nivel del lenguaje.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 necesita el veredicto público por diseño y solo el witness privado. Midnight es la primitiva exacta que pide el caso de uso.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¿Por qué forense y no finanzas?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 mayoría de los casos de uso de Midnight son financieros.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resuelve un problema general: probar que se cumplió una regla sin revelar los datos que la satisfacen.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5476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7782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FINANZAS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7782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instancia más común de ese problema. La más transitada, y la más disputada del evento.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2665476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4710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FORENSE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4710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 única donde ocultar los datos importa tanto como probar integridad.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 dominio con profundidad real para aportar, y en el que compiten pocos otros equipos.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¿Realmente necesita blockchain?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alcanzaría con una base de datos más una prueba ZK, sin ledger público?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BASE DE DATOS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 admin con permisos de escritura. Eso es exactamente el vector de evidencia plantada que VELO existe para eliminar.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LEDGER PÚBLICO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inmutabilidad sin autoridad central. Una base de datos no puede darla sin confiar en alguien.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Hace falta un registro que ninguna parte — ni el perito, ni una institución, ni una parte del caso — pueda alterar retroactivamente.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¿Y si el perito miente en el análisis original?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Antes de sellarlo, cuando todavía no hay nada que auditar.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6427"/>
            <a:ext cx="5212080" cy="219456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SÍ PRUEBA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lo publicado no fue alterado después del sellado.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regla de corroboración se cumplió matemáticamente.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146427"/>
            <a:ext cx="5212080" cy="219456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6539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PRUEBA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perito fue honesto en el análisis original.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Eso sigue siendo responsabilidad humana y judicial, como con cualquier peritaje hoy. VELO elimina la manipulación posterior, no al perito corrupto.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¿Alcanza con un hash chain?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¿Para qué forzar ZK encima de algo que ya funciona?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93392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130552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HASH CHAIN PRUEBA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86200" y="2130552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algo no fue alterado después de publicarse.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77824" y="3108960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PUEDE HACER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86200" y="3108960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 veredicto y la regla que cumple, sin publicar el dato que la satisface.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50208"/>
            <a:ext cx="10881360" cy="667512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77824" y="4087368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PRUEBA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86200" y="4087368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las fuentes de corroboración existen y cumplen la regla, sin mostrarlas nunca.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Ese es el hueco específico que ZK cierra acá — no un reemplazo del resto de la historia de integridad.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es forzar Midnight?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serviría cualquier chain más una librería ZK aparte?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 + CIRCOM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Técnicamente sí, funciona. Pero el límite público/privado se arma a mano, como capa externa. Más superficie de error.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split de dual-ledger y el private state son parte del lenguaje y del protocolo. El límite queda declarado donde se define el contrato.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Reduce justo el error que un sistema forense no puede tolerar: que un valor marcado privado se filtre por un bug de integración entre piezas que no fueron diseñadas para hablar entre sí.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¿Un hash prueba algo legalmente?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¿O es solo criptografía conveniente?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08276"/>
            <a:ext cx="5212080" cy="219456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427732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DERECHO ASENTADO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7520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Unidos, Federal Rules of Evidence 902(13) y 902(14), vigentes desde 2017: el hash ya cuenta como autenticación válida de un registro electrónico, sin testimonio pericial de base.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Doctrina y jurisprudencia comparables en otras jurisdicciones para el hash como huella de cadena de custodia.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208276"/>
            <a:ext cx="5212080" cy="219456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65392" y="2427732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FRONTERA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7520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zero-knowledge como autenticación no tienen precedente legal establecido en ninguna jurisdicción.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PUNTO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Esa parte se presenta como frontera, no como derecho asentado.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OBJECIÓN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DE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¿No es lo mismo que ya existe?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Cadenas de custodia en blockchain, credenciales anónimas, ZK para whistleblowers.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CUSTODIA EN BLOCKCHAIN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custodia inmutable, sin ZK.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5864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5980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CREDENCIALES ANÓNIMAS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5980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 credenciales no vinculables, sin dominio forense.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720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7836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+ LEDGER PRIVADO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7836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la identidad del denunciante, sin codificar ninguna regla de admisibilidad.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363847"/>
            <a:ext cx="10881360" cy="1652905"/>
          </a:xfrm>
          <a:prstGeom prst="rect">
            <a:avLst/>
          </a:prstGeom>
          <a:solidFill>
            <a:srgbClr val="8B3A2F"/>
          </a:solidFill>
          <a:ln w="12700">
            <a:solidFill>
              <a:srgbClr val="8B3A2F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546727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E4DD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HUECO QUE LLENA VELO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857623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Una regla de admisibilidad de corroboración codificada como restricción del circuito ZK, que condiciona cada entrada de un portafolio profesional, en el dominio forense-judicial. La credencial anónima del perito es la capa siguiente diseñada, no parte de este build.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552567"/>
            <a:ext cx="10332720" cy="2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E4DDC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 afirmación es esa combinación puntual, no “ZK para privacidad” en general.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ARGUMENTO, EN UNA LÍNEA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no es la chain que elegimos.</a:t>
            </a:r>
            <a:endParaRPr lang="en-US" sz="3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 la primitiva que pide el caso de uso.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926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DUAL-LEDGER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límite lo impone el compilador, no una nota de política.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0436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4210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ZERO-KNOWLEDGE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4210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se prueba sin mostrar el dato que la satisface.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7720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1494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 PÚBLICO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1494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parte puede alterar el registro retroactivamente.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31520" y="52303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 lo que todavía no está probado, lo decimos.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defensa de decisiones de diseño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 — Por qué Midnight, por qué ZK</dc:title>
  <dc:subject>PptxGenJS Presentation</dc:subject>
  <dc:creator>VELO</dc:creator>
  <cp:lastModifiedBy>VELO</cp:lastModifiedBy>
  <cp:revision>1</cp:revision>
  <dcterms:created xsi:type="dcterms:W3CDTF">2026-08-07T16:16:16Z</dcterms:created>
  <dcterms:modified xsi:type="dcterms:W3CDTF">2026-08-07T16:16:16Z</dcterms:modified>
</cp:coreProperties>
</file>