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 de la sección técnica. La idea: ZK no es decoración en VELO, es la razón de que el sistema exista.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pregunta que define el sistema. Si el jurado se lleva una sola idea, es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Comparación directa. La izquierda no es un ataque a nadie: es una categoría legítima. El punto es que VELO está en la otra.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cadena es la arquitectura entera en una línea. Señalar el nodo rojo al hablar.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ZK fuera decoración, nada de esto haría falta. Esta tabla es la evidencia de que no lo 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lista para el Q&amp;A. La diferencia entre las dos cajas es lo que separa a VELO de un proyecto que usa ZK como decoración.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Dejar silencio después de la frase, no agregar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2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ZK no hay VELO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8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ZK, no VELO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977640"/>
            <a:ext cx="5669280" cy="18288"/>
          </a:xfrm>
          <a:prstGeom prst="rect">
            <a:avLst/>
          </a:prstGeom>
          <a:solidFill>
            <a:srgbClr val="C9C4B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feature. Es una dependencia conceptual.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4663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C4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feature. A conceptual dependency.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PRUEBA DE FUEGO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70408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spc="20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LITMUS TEST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Sacale ZK al proyecto. ¿Qué queda?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ZK from the project. What's left?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0698480" cy="1600200"/>
          </a:xfrm>
          <a:prstGeom prst="rect">
            <a:avLst/>
          </a:prstGeom>
          <a:solidFill>
            <a:srgbClr val="F4F1EA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974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i="1" dirty="0">
                <a:solidFill>
                  <a:srgbClr val="3A3F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demuestro que existe una atestación válida sobre un veredicto forense,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i="1" dirty="0">
                <a:solidFill>
                  <a:srgbClr val="3A3F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revelar el contenido sensible que produjo ese veredicto?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I prove a valid attestation exists over a forensic verdict, without revealing the sensitive content that produced it?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343400"/>
            <a:ext cx="10698480" cy="1508760"/>
          </a:xfrm>
          <a:prstGeom prst="rect">
            <a:avLst/>
          </a:prstGeom>
          <a:solidFill>
            <a:srgbClr val="2E323C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5537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sacás ZK de VELO, no queda un VELO más simple. Queda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E8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original sin resolver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mostrar todo, o pedir que te crean.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5193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9C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ZK from VELO and you don't get a simpler VELO. You get the original problem, unsolved: disclose everything, or ask to be trusted.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 MANERAS DE USAR ZK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70408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spc="20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WAYS TO USE ZK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 agregada vs. núcleo del diseño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6642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technique vs. core of the design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5166360" cy="3657600"/>
          </a:xfrm>
          <a:prstGeom prst="rect">
            <a:avLst/>
          </a:prstGeom>
          <a:solidFill>
            <a:srgbClr val="F4F1EA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5603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COMO TÉCNICA AGREGADA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7889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as an added technique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Resuelve una propiedad de privacidad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" y="3794760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Perfectamente válido. Pero si el problema se resuelve razonablemente con firmas, cifrado, ACLs, hashes o un ledger común, hay que justificar por qué hace falta ZK.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5029200"/>
            <a:ext cx="4617720" cy="9144"/>
          </a:xfrm>
          <a:prstGeom prst="rect">
            <a:avLst/>
          </a:prstGeom>
          <a:solidFill>
            <a:srgbClr val="C9C4B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519379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A3F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Sacás ZK → el sistema sigue existiendo,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A3F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menos privacidad.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331720"/>
            <a:ext cx="5166360" cy="3657600"/>
          </a:xfrm>
          <a:prstGeom prst="rect">
            <a:avLst/>
          </a:prstGeom>
          <a:solidFill>
            <a:srgbClr val="2E323C"/>
          </a:solidFill>
          <a:ln w="25400">
            <a:solidFill>
              <a:srgbClr val="8B3A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25603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A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EN VELO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27889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in VELO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37960" y="315468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parte del problema que resuelve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3794760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Necesitamos separar lo que puede verificarse de lo que puede revelarse. ZK es el mecanismo que permite hacer esa separación de forma verificable.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5029200"/>
            <a:ext cx="4617720" cy="9144"/>
          </a:xfrm>
          <a:prstGeom prst="rect">
            <a:avLst/>
          </a:prstGeom>
          <a:solidFill>
            <a:srgbClr val="8B3A2F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519379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E8A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Sacás ZK → no queda nada funcional.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E8A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otro sistema.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14476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ZK → the system still exists, with less privacy.        |        Remove ZK → nothing functional remains. It's a different system.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RELACIÓN APARECE SOLA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70408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spc="20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RELATIONSHIP FOLLOWS NATURALLY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evidencia privada a la atestación pública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6642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private evidence to public attestation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1920240" cy="1371600"/>
          </a:xfrm>
          <a:prstGeom prst="rect">
            <a:avLst/>
          </a:prstGeom>
          <a:solidFill>
            <a:srgbClr val="F4F1EA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624328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privada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0392" y="34290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evidence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97480" y="29718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8376" y="2514600"/>
            <a:ext cx="1920240" cy="1371600"/>
          </a:xfrm>
          <a:prstGeom prst="rect">
            <a:avLst/>
          </a:prstGeom>
          <a:solidFill>
            <a:srgbClr val="F4F1EA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81528" y="2624328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análisis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81528" y="34290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deterministic analysis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28616" y="29718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39512" y="2514600"/>
            <a:ext cx="1920240" cy="1371600"/>
          </a:xfrm>
          <a:prstGeom prst="rect">
            <a:avLst/>
          </a:prstGeom>
          <a:solidFill>
            <a:srgbClr val="F4F1EA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2664" y="2624328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veredicto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312664" y="34290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59752" y="29718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70648" y="2514600"/>
            <a:ext cx="1920240" cy="1371600"/>
          </a:xfrm>
          <a:prstGeom prst="rect">
            <a:avLst/>
          </a:prstGeom>
          <a:solidFill>
            <a:srgbClr val="8B3A2F"/>
          </a:solidFill>
          <a:ln w="25400">
            <a:solidFill>
              <a:srgbClr val="8B3A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43800" y="2624328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 de que se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cumplieron las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restricciones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543800" y="34290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the constraints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were satisfied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390888" y="29718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701784" y="2514600"/>
            <a:ext cx="1920240" cy="1371600"/>
          </a:xfrm>
          <a:prstGeom prst="rect">
            <a:avLst/>
          </a:prstGeom>
          <a:solidFill>
            <a:srgbClr val="2E323C"/>
          </a:solidFill>
          <a:ln w="12700">
            <a:solidFill>
              <a:srgbClr val="2E32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74936" y="2624328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atestación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publicada —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la evidencia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774936" y="342900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published attestation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without the evidence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7240" y="4069080"/>
            <a:ext cx="6455664" cy="18288"/>
          </a:xfrm>
          <a:prstGeom prst="rect">
            <a:avLst/>
          </a:prstGeom>
          <a:solidFill>
            <a:srgbClr val="3A3F4B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160520"/>
            <a:ext cx="6455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F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nunca sale de la máquina del perito  ·  never leaves the examiner's machine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4800600"/>
            <a:ext cx="10698480" cy="1234440"/>
          </a:xfrm>
          <a:prstGeom prst="rect">
            <a:avLst/>
          </a:prstGeom>
          <a:solidFill>
            <a:srgbClr val="F4F1EA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502920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nodo rojo es el único que no se puede reemplazar por otra cosa sin cambiar de sistema.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541324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node is the only one you can't swap out without changing systems. Everything to its left never leaves the examiner's machine.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EL DISEÑO TIENE ESTA PROFUNDIDAD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spc="20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THE DESIGN GOES THIS DEEP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«usamos ZK porque Midnight tiene ZK»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"we used ZK because Midnight has ZK"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200400" cy="566928"/>
          </a:xfrm>
          <a:prstGeom prst="rect">
            <a:avLst/>
          </a:prstGeom>
          <a:solidFill>
            <a:srgbClr val="F4F1EA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194560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4028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96512" y="2231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queda atado públicamente y para siempre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096512" y="24871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publicly bound, permanently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761488"/>
            <a:ext cx="3200400" cy="566928"/>
          </a:xfrm>
          <a:prstGeom prst="rect">
            <a:avLst/>
          </a:prstGeom>
          <a:solidFill>
            <a:srgbClr val="EDE9E0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1920" y="2761488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80720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witness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96512" y="279806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permanece privado y nunca sale de la máquina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096512" y="305409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private, never leaves the machine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328416"/>
            <a:ext cx="3200400" cy="566928"/>
          </a:xfrm>
          <a:prstGeom prst="rect">
            <a:avLst/>
          </a:prstGeom>
          <a:solidFill>
            <a:srgbClr val="F4F1EA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3328416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7413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96512" y="33649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cruza la frontera — el compilador lo exige explícito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096512" y="362102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boundary — compiler-enforced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895344"/>
            <a:ext cx="3200400" cy="566928"/>
          </a:xfrm>
          <a:prstGeom prst="rect">
            <a:avLst/>
          </a:prstGeom>
          <a:solidFill>
            <a:srgbClr val="EDE9E0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3895344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94106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corroboration gate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96512" y="39319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MALICE exige 2 fuentes: restricción del circuito, no política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096512" y="4187952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MALICE needs 2 sources: a circuit constraint, not policy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0" y="4462272"/>
            <a:ext cx="3200400" cy="566928"/>
          </a:xfrm>
          <a:prstGeom prst="rect">
            <a:avLst/>
          </a:prstGeom>
          <a:solidFill>
            <a:srgbClr val="F4F1EA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4462272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5079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 protection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96512" y="44988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re-atestar lo mismo no infla el contador público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096512" y="475488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re-attesting can't inflate the public counter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5029200"/>
            <a:ext cx="3200400" cy="566928"/>
          </a:xfrm>
          <a:prstGeom prst="rect">
            <a:avLst/>
          </a:prstGeom>
          <a:solidFill>
            <a:srgbClr val="EDE9E0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31920" y="5029200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07492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 binding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96512" y="50657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veredicto no puede flotar libre del análisis sellado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096512" y="532180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can't float free of the sealed analysis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5596128"/>
            <a:ext cx="3200400" cy="566928"/>
          </a:xfrm>
          <a:prstGeom prst="rect">
            <a:avLst/>
          </a:prstGeom>
          <a:solidFill>
            <a:srgbClr val="F4F1EA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5596128"/>
            <a:ext cx="7498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64184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límites de la prueba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096512" y="56327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puede probar realmente y qué no — documentado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4096512" y="5888736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proof really establishes — documented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línea existe porque la separación entre verificable y revelable tiene que sostenerse bajo ataque.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DEL JURADO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70408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spc="20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JUDGES' QUESTION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«¿Por qué Midnight?»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"Why Midnight?"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solidFill>
            <a:srgbClr val="F4F1EA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06040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8A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RESPUESTA DÉBIL  ·  WEAK ANSWER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A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«Porque queríamos usar una blockchain con ZK.»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solidFill>
            <a:srgbClr val="2E323C"/>
          </a:solidFill>
          <a:ln w="25400">
            <a:solidFill>
              <a:srgbClr val="8B3A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93192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A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RESPUESTA DE VELO  ·  VELO'S ANSWER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4251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necesitamos atestar una propiedad sobre evidencia que deliberadamente no queremos publicar.</a:t>
            </a:r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ledger público contiene la atestación y el commitment; los datos sensibles permanecen privados. Sin esa separación criptográfica, desaparece el núcleo del diseño.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51560" y="5257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C9C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we need to attest a property about evidence we deliberately do not want to publish. The public ledger holds the attestation and the commitment; the sensitive data stays private. Without that cryptographic separation, the core of the design disappears.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8B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sacás ZK de VELO,</a:t>
            </a:r>
            <a:endParaRPr lang="en-US" sz="4600" dirty="0"/>
          </a:p>
          <a:p>
            <a:pPr algn="ctr"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queda nada funcional.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3DD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ZK from VELO, and nothing functional remains.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709160" y="4343400"/>
            <a:ext cx="2743200" cy="18288"/>
          </a:xfrm>
          <a:prstGeom prst="rect">
            <a:avLst/>
          </a:prstGeom>
          <a:solidFill>
            <a:srgbClr val="F3DDD7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0" y="46634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feature que se puede desactivar.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razón por la que el veredicto puede existir sin la evidencia.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5440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3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a feature you can switch off. It's the reason the verdict can exist without the evidence.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2026-08-08T10:18:05Z</dcterms:created>
  <dcterms:modified xsi:type="dcterms:W3CDTF">2026-08-08T10:18:05Z</dcterms:modified>
</cp:coreProperties>
</file>