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 la sección técnica. La idea: ZK no es decoración en VELO, es la razón de que el sistema exista.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pregunta que define el sistema. Si el jurado se lleva una sola idea, es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directa. La izquierda no es un ataque a nadie: es una categoría legítima. El punto es que VELO está en la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cadena es la arquitectura entera en una línea. Señalar el nodo rojo al hablar.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ZK fuera decoración, nada de esto haría falta. Esta tabla es la evidencia de que no lo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lista para el Q&amp;A. La diferencia entre las dos cajas es lo que separa a VELO de un proyecto que usa ZK como decoración.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silencio después de la frase, no agregar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HACK BUENOS 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ZK no hay VELO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ZK, no VELO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5669280" cy="18288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feature. Es una dependencia conceptual.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feature. A conceptual dependency.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PRUEBA DE FUEGO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040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LITMUS TEST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Sacale ZK al proyecto. ¿Qué queda?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ZK from the project. What's left?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698480" cy="1600200"/>
          </a:xfrm>
          <a:prstGeom prst="rect">
            <a:avLst/>
          </a:prstGeom>
          <a:solidFill>
            <a:srgbClr val="F4F1EA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97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demuestro que existe una atestación válida sobre un veredicto forense,</a:t>
            </a:r>
            <a:endParaRPr lang="en-US" sz="21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1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revelar el contenido sensible que produjo ese veredicto?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prove a valid attestation exists over a forensic verdict, without revealing the sensitive content that produced 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10698480" cy="1508760"/>
          </a:xfrm>
          <a:prstGeom prst="rect">
            <a:avLst/>
          </a:prstGeom>
          <a:solidFill>
            <a:srgbClr val="2E323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537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sacás ZK de VELO, no queda un VELO más simple. Queda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E8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original sin resolver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mostrar todo, o pedir que te crean.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ZK from VELO and you don't get a simpler VELO. You get the original problem, unsolved: disclose everything, or ask to be trusted.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MANERAS DE USAR ZK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040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WAYS TO USE ZK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 agregada vs. núcleo del diseño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technique vs. core of the design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166360" cy="36576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COMO TÉCNICA AGREGADA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as an added technique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Resuelve una propiedad de privacidad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Perfectamente válido. Pero si el problema se resuelve razonablemente con firmas, cifrado, ACLs, hashes o un ledger común, hay que justificar por qué hace falta ZK.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5029200"/>
            <a:ext cx="4617720" cy="9144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193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Sacás ZK → el sistema sigue existiendo,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menos privacidad.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166360" cy="3657600"/>
          </a:xfrm>
          <a:prstGeom prst="rect">
            <a:avLst/>
          </a:prstGeom>
          <a:solidFill>
            <a:srgbClr val="2E323C"/>
          </a:solidFill>
          <a:ln w="25400">
            <a:solidFill>
              <a:srgbClr val="8B3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03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EN VELO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in VELO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parte del problema que resuelve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37947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separar lo que puede verificarse de lo que puede revelarse. ZK es el mecanismo que permite hacer esa separación de forma verificable.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5029200"/>
            <a:ext cx="4617720" cy="9144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5193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Sacás ZK → no queda nada funcional.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otro sistema.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ZK → the system still exists, with less privacy.        |        Remove ZK → nothing functional remains. It's a different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RELACIÓN APARECE SOLA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040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RELATIONSHIP FOLLOWS NATURALLY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evidencia privada a la atestación pública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private evidence to public attestation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192024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243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" y="34290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evidence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97480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08376" y="2514600"/>
            <a:ext cx="192024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6243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análisis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81528" y="34290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28616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39512" y="2514600"/>
            <a:ext cx="192024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26243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veredicto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12664" y="34290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9752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70648" y="2514600"/>
            <a:ext cx="1920240" cy="1371600"/>
          </a:xfrm>
          <a:prstGeom prst="rect">
            <a:avLst/>
          </a:prstGeom>
          <a:solidFill>
            <a:srgbClr val="8B3A2F"/>
          </a:solidFill>
          <a:ln w="25400">
            <a:solidFill>
              <a:srgbClr val="8B3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6243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 de que se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cumplieron las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43800" y="34290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the constraints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were satisfied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90888" y="29718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01784" y="2514600"/>
            <a:ext cx="1920240" cy="1371600"/>
          </a:xfrm>
          <a:prstGeom prst="rect">
            <a:avLst/>
          </a:prstGeom>
          <a:solidFill>
            <a:srgbClr val="2E323C"/>
          </a:solidFill>
          <a:ln w="12700">
            <a:solidFill>
              <a:srgbClr val="2E3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4936" y="26243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atestación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publicada —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la evidencia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74936" y="34290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 attestation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without the evidence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4069080"/>
            <a:ext cx="6455664" cy="18288"/>
          </a:xfrm>
          <a:prstGeom prst="rect">
            <a:avLst/>
          </a:prstGeom>
          <a:solidFill>
            <a:srgbClr val="3A3F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60520"/>
            <a:ext cx="6455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nunca sale de la máquina del perito  ·  never leaves the examiner's machine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800600"/>
            <a:ext cx="10698480" cy="12344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0292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rojo es el único que no se puede reemplazar por otra cosa sin cambiar de sistema.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541324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node is the only one you can't swap out without changing systems. Everything to its left never leaves the examiner's machine.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EL DISEÑO TIENE ESTA PROFUNDIDAD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DESIGN GOES THIS DEEP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«usamos ZK porque Midnight tiene ZK»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"we used ZK because Midnight has ZK"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20040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2194560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96512" y="2231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queda atado públicamente y para siempre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6512" y="24871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publicly bound, permanently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61488"/>
            <a:ext cx="3200400" cy="566928"/>
          </a:xfrm>
          <a:prstGeom prst="rect">
            <a:avLst/>
          </a:prstGeom>
          <a:solidFill>
            <a:srgbClr val="EDE9E0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761488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072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27980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permanece privado y nunca sale de la máquina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96512" y="305409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private, never leaves the machine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328416"/>
            <a:ext cx="320040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3328416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741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96512" y="3364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cruza la frontera — el compilador lo exige explícito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096512" y="362102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boundary — compiler-enforced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895344"/>
            <a:ext cx="3200400" cy="566928"/>
          </a:xfrm>
          <a:prstGeom prst="rect">
            <a:avLst/>
          </a:prstGeom>
          <a:solidFill>
            <a:srgbClr val="EDE9E0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3895344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410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corroboration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96512" y="3931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MALICE exige 2 fuentes: restricción del circuito, no política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096512" y="418795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MALICE needs 2 sources: a circuit constraint, not policy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462272"/>
            <a:ext cx="320040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4462272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5079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protection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96512" y="44988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re-atestar lo mismo no infla el contador público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096512" y="47548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re-attesting can't inflate the public counter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3200400" cy="566928"/>
          </a:xfrm>
          <a:prstGeom prst="rect">
            <a:avLst/>
          </a:prstGeom>
          <a:solidFill>
            <a:srgbClr val="EDE9E0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5029200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0749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binding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96512" y="50657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veredicto no puede flotar libre del análisis sellado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096512" y="53218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can't float free of the sealed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96128"/>
            <a:ext cx="3200400" cy="566928"/>
          </a:xfrm>
          <a:prstGeom prst="rect">
            <a:avLst/>
          </a:prstGeom>
          <a:solidFill>
            <a:srgbClr val="F4F1EA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5596128"/>
            <a:ext cx="7498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C4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641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límites de la prueba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96512" y="56327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probar realmente y qué no — documentado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096512" y="588873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proof really establishes — documented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existe porque la separación entre verificable y revelable tiene que sostenerse bajo ataque.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 DEL JURADO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7040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JUDGES'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«¿Por qué Midnight?»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Midnight?"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DÉBIL  ·  WEAK 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8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«Porque queríamos usar una blockchain con ZK.»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0698480" cy="2286000"/>
          </a:xfrm>
          <a:prstGeom prst="rect">
            <a:avLst/>
          </a:prstGeom>
          <a:solidFill>
            <a:srgbClr val="2E323C"/>
          </a:solidFill>
          <a:ln w="25400">
            <a:solidFill>
              <a:srgbClr val="8B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931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DE VELO  ·  VELO'S ANSWER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4251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necesitamos atestar una propiedad sobre evidencia que deliberadamente no queremos publicar.</a:t>
            </a:r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ledger público contiene la atestación y el commitment; los datos sensibles permanecen privados. Sin esa separación criptográfica, desaparece el núcleo del diseño.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5156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need to attest a property about evidence we deliberately do not want to publish. The public ledger holds the attestation and the commitment; the sensitive data stays private. Without that cryptographic separation, the core of the design disappears.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sacás ZK de VELO,</a:t>
            </a:r>
            <a:endParaRPr lang="en-US" sz="46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queda nada funcional.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3DD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ZK from VELO, and nothing functional remains.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09160" y="4343400"/>
            <a:ext cx="2743200" cy="18288"/>
          </a:xfrm>
          <a:prstGeom prst="rect">
            <a:avLst/>
          </a:prstGeom>
          <a:solidFill>
            <a:srgbClr val="F3DDD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4663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feature que se puede desactivar.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razón por la que el veredicto puede existir sin la evidencia.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544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feature you can switch off. It's the reason the verdict can exist without the evidence.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2026-08-08T10:18:05Z</dcterms:created>
  <dcterms:modified xsi:type="dcterms:W3CDTF">2026-08-08T10:18:05Z</dcterms:modified>
</cp:coreProperties>
</file>