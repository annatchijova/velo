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design objections and their answers. The order runs from the chain choice toward the honest limits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Midnight, and not Aztec or Aleo? — Three privacy chains, three different models of what is public and what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forensics, and not finance? — Most Midnight use cases are financial.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this really need a blockchain? — Wouldn’t a database plus a ZK proof, with no public ledger, be enough?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the expert lies before sealing? — In the original analysis, when there is still nothing to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a hash chain enough? — Why force ZK on top of something that already works?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Isn’t this forcing Midnight? — Wouldn’t any chain plus a separate ZK library work?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a hash prove anything legally? — Or is that just convenient cryptography?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Isn’t this the same as what exists? — Blockchain custody chains, anonymous credentials, ZK for whistleblowers.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3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MIDNIGHT NETWORK · HACKATHON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VELO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Midnight,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ZK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2245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9C4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Eight objections to the design, and their answers.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349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reputation layer for forensic professionals, without publishing the evidence.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2377440"/>
            <a:ext cx="2212848" cy="1481328"/>
          </a:xfrm>
          <a:prstGeom prst="rect">
            <a:avLst/>
          </a:prstGeom>
          <a:solidFill>
            <a:srgbClr val="EDE7DA"/>
          </a:solidFill>
          <a:ln w="12700">
            <a:solidFill>
              <a:srgbClr val="EDE7D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22008" y="253288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22008" y="2852928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commitment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attestation_count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case_commitment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262872" y="2377440"/>
            <a:ext cx="2212848" cy="1481328"/>
          </a:xfrm>
          <a:prstGeom prst="rect">
            <a:avLst/>
          </a:prstGeom>
          <a:solidFill>
            <a:srgbClr val="2E323C"/>
          </a:solidFill>
          <a:ln w="12700">
            <a:solidFill>
              <a:srgbClr val="C9C4B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64040" y="253288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464040" y="2852928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bundle_fingerprint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corroboration_count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secret_salt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chain_tip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0840" y="4059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2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disclose()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4361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4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only crossing of the boundary, enforced by the compiler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OF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Midnight, and not Aztec or Aleo?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privacy chains, three different models of what is public and what is not.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91156"/>
            <a:ext cx="3401568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7824" y="25923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AZTEC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292150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smart-contract privacy in an Ethereum-like model. Capable — but without the explicit public/private split VELO needs.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9976" y="2391156"/>
            <a:ext cx="3401568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17720" y="25923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292150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default, public only where declared. The exact opposite of what VELO needs.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9872" y="2391156"/>
            <a:ext cx="3401568" cy="182880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57616" y="25923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MIDNIGHT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57616" y="2921508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Dual-ledger, with disclose() as a first-class language construct.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8961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27608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55229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VELO needs the verdict public by design and only the witness private. Midnight is the exact primitive the use case calls for.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OF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forensics, and not finance?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Most Midnight use cases are financial.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Midnight solves a general problem: proving a rule was satisfied without revealing the data that satisfies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65476"/>
            <a:ext cx="5212080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" y="2866644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3195828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instance of that problem. The most travelled, and the most contested at the event.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665476"/>
            <a:ext cx="5212080" cy="182880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47104" y="2866644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FORENSICS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47104" y="3195828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only domain where withholding the data matters as much as proving integrity.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8961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527608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55229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domain with real depth to bring, and one few other teams compete in.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OF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this really need a blockchain?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Wouldn’t a database plus a ZK proof, with no public ledger, be enough?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29307"/>
            <a:ext cx="5212080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7824" y="2530475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DATABASE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2859659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admin with write access. That is exactly the planted-evidence vector VELO exists to remove.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329307"/>
            <a:ext cx="5212080" cy="182880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47104" y="2530475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PUBLIC LEDGER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47104" y="2859659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immutability without a central authority. A database cannot, without trusting someone.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96942"/>
            <a:ext cx="10881360" cy="101981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515239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5399278"/>
            <a:ext cx="1033272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required is a record that no single party — not the expert, not an institution, not a party to the case — can alter retroactively.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OF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if the expert lies before sealing?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the original analysis, when there is still nothing to audit.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6427"/>
            <a:ext cx="5212080" cy="219456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2365883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 PROVE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2713355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what was published was not altered after sealing.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corroboration rule was satisfied mathematically.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146427"/>
            <a:ext cx="5212080" cy="219456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65392" y="2365883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 NOT PROVE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65392" y="2713355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expert was honest in the original analysis.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96942"/>
            <a:ext cx="10881360" cy="101981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515239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5399278"/>
            <a:ext cx="1033272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That remains a human and judicial responsibility, as with any forensic report today. VELO removes post-hoc tampering, not a corrupt expert.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OF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 a hash chain enough?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force ZK on top of something that already works?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10881360" cy="6675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7824" y="213055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HASH CHAIN PROVES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2130552"/>
            <a:ext cx="7360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something was not altered after publication.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6675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7824" y="310896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CANNOT 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86200" y="3108960"/>
            <a:ext cx="7360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verdict and the rule it satisfies, without publishing the data that satisfies the rule.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50208"/>
            <a:ext cx="10881360" cy="667512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" y="408736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PROVES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86200" y="4087368"/>
            <a:ext cx="7360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corroborating sources exist and meet the rule, without ever showing them.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8961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27608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55229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That is the specific gap ZK closes here — not a replacement for the rest of the integrity story.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OF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Isn’t this forcing Midnight?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Wouldn’t any chain plus a separate ZK library work?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29307"/>
            <a:ext cx="5212080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7824" y="2530475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ETHEREUM + CIRCOM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2859659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yes, it works. But the public/private boundary is built by hand, as an external layer. More surface for error.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329307"/>
            <a:ext cx="5212080" cy="182880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47104" y="2530475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MIDNIGHT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47104" y="2859659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dual-ledger split and private state are part of the language and the protocol. The boundary is declared where the contract is defined.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96942"/>
            <a:ext cx="10881360" cy="101981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515239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5399278"/>
            <a:ext cx="1033272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reduces exactly the error a forensic system cannot tolerate: a value marked private leaking through an integration bug between pieces that were never designed to talk to each other.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OF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a hash prove anything legally?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 is that just convenient cryptography?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36839"/>
            <a:ext cx="5212080" cy="2337435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2356295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SETTLED LAW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2703767"/>
            <a:ext cx="4700016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States, Federal Rules of Evidence 902(13) and 902(14), in force since 2017: a hash already counts as valid self-authentication of an electronic record, without underlying expert testimony.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doctrine and case law elsewhere for the hash as a chain-of-custody fingerprint.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136839"/>
            <a:ext cx="5212080" cy="2337435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65392" y="2356295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FRONTIER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65392" y="2703767"/>
            <a:ext cx="4700016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proofs as authentication have no established legal precedent, in any jurisdiction.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8961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527608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55229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That part is presented as the frontier, not as settled law.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OF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Isn’t this the same as what exists?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Blockchain custody chains, anonymous credentials, ZK for whistleblowers.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09940"/>
            <a:ext cx="3444240" cy="123444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2474532"/>
            <a:ext cx="304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CUSTODY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2767140"/>
            <a:ext cx="304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immutable custody, without ZK.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2309940"/>
            <a:ext cx="3444240" cy="123444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59808" y="2474532"/>
            <a:ext cx="304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ANONYMOUS CREDENTIALS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59808" y="2767140"/>
            <a:ext cx="304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unlinkable credentials, without a forensic domain.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7200" y="2309940"/>
            <a:ext cx="3444240" cy="123444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78368" y="2474532"/>
            <a:ext cx="304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+ PRIVATE LEDGER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78368" y="2767140"/>
            <a:ext cx="304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 whistleblower’s identity, without encoding any admissibility rule.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63847"/>
            <a:ext cx="10881360" cy="1652905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6727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E4D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 VELO FILLS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857623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admissibility rule for corroboration encoded as a ZK circuit constraint, gating every entry in a professional portfolio, in the forensic-judicial domain. The anonymous expert credential is the designed next layer, not part of this build.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552567"/>
            <a:ext cx="10332720" cy="2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4DDC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claim is that specific combination, not “ZK for privacy” in general.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3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ARGUMENT, IN ONE 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Midnight is not the chain we picked.</a:t>
            </a:r>
            <a:endParaRPr lang="en-US" sz="3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is the primitive the use case calls for.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352800" cy="1389888"/>
          </a:xfrm>
          <a:prstGeom prst="rect">
            <a:avLst/>
          </a:prstGeom>
          <a:solidFill>
            <a:srgbClr val="2E323C"/>
          </a:solidFill>
          <a:ln w="12700">
            <a:solidFill>
              <a:srgbClr val="C9C4B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9264" y="3438144"/>
            <a:ext cx="287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DUAL-LEDGER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9264" y="3749040"/>
            <a:ext cx="2877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enforced by the compiler, not by a policy note.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04360" y="3246120"/>
            <a:ext cx="3352800" cy="1389888"/>
          </a:xfrm>
          <a:prstGeom prst="rect">
            <a:avLst/>
          </a:prstGeom>
          <a:solidFill>
            <a:srgbClr val="2E323C"/>
          </a:solidFill>
          <a:ln w="12700">
            <a:solidFill>
              <a:srgbClr val="C9C4B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42104" y="3438144"/>
            <a:ext cx="287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ZERO-KNOWLEDGE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2104" y="3749040"/>
            <a:ext cx="2877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proven without showing the data that satisfies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77200" y="3246120"/>
            <a:ext cx="3352800" cy="1389888"/>
          </a:xfrm>
          <a:prstGeom prst="rect">
            <a:avLst/>
          </a:prstGeom>
          <a:solidFill>
            <a:srgbClr val="2E323C"/>
          </a:solidFill>
          <a:ln w="12700">
            <a:solidFill>
              <a:srgbClr val="C9C4B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4944" y="3438144"/>
            <a:ext cx="287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LEDGER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14944" y="3749040"/>
            <a:ext cx="2877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party can alter the record retroactively.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52303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9C4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where something is not yet proven, we say so.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design decisions, defended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 — Why Midnight, why ZK</dc:title>
  <dc:subject>PptxGenJS Presentation</dc:subject>
  <dc:creator>VELO</dc:creator>
  <cp:lastModifiedBy>VELO</cp:lastModifiedBy>
  <cp:revision>1</cp:revision>
  <dcterms:created xsi:type="dcterms:W3CDTF">2026-08-07T16:16:16Z</dcterms:created>
  <dcterms:modified xsi:type="dcterms:W3CDTF">2026-08-07T16:16:16Z</dcterms:modified>
</cp:coreProperties>
</file>