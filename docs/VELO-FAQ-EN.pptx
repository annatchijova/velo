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design objections and their answers. The order runs from the chain choice toward the honest limits of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Midnight, and not Aztec or Aleo? — Three privacy chains, three different models of what is public and what is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forensics, and not finance? — Most Midnight use cases are financial.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this really need a blockchain? — Wouldn’t a database plus a ZK proof, with no public ledger, be enough?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if the expert lies before sealing? — In the original analysis, when there is still nothing to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a hash chain enough? — Why force ZK on top of something that already works?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Isn’t this forcing Midnight? — Wouldn’t any chain plus a separate ZK library work?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a hash prove anything legally? — Or is that just convenient cryptography?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Isn’t this the same as what exists? — Blockchain custody chains, anonymous credentials, ZK for whistleblowers.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3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686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MIDNIGHT NETWORK · HACKATHON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13232" y="118872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VELO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Midnight,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ZK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4224528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C9C4B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Eight objections to the design, and their answers.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5349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Verifiable forensic findings without publishing the evidence.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720840" y="2377440"/>
            <a:ext cx="2212848" cy="1481328"/>
          </a:xfrm>
          <a:prstGeom prst="rect">
            <a:avLst/>
          </a:prstGeom>
          <a:solidFill>
            <a:srgbClr val="EDE7DA"/>
          </a:solidFill>
          <a:ln w="12700">
            <a:solidFill>
              <a:srgbClr val="EDE7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22008" y="2532888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22008" y="2852928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1C1A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commitment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1C1A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verdict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1C1A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attestation_count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1C1A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case_commitment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262872" y="2377440"/>
            <a:ext cx="2212848" cy="1481328"/>
          </a:xfrm>
          <a:prstGeom prst="rect">
            <a:avLst/>
          </a:prstGeom>
          <a:solidFill>
            <a:srgbClr val="2E323C"/>
          </a:solidFill>
          <a:ln w="12700">
            <a:solidFill>
              <a:srgbClr val="C9C4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64040" y="2532888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464040" y="2852928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900" i="1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bundle_fingerprint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i="1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corroboration_count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i="1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secret_salt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i="1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chain_tip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720840" y="40599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2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disclose()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20840" y="43616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9C4B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only crossing of the boundary, enforced by the compiler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OF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Midnight, and not Aztec or Aleo?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Three privacy chains, three different models of what is public and what is not.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91156"/>
            <a:ext cx="3401568" cy="182880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7824" y="25923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AZTEC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7824" y="2921508"/>
            <a:ext cx="2926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smart-contract privacy in an Ethereum-like model. Capable — but without the explicit public/private split VELO needs.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79976" y="2391156"/>
            <a:ext cx="3401568" cy="182880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17720" y="25923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17720" y="2921508"/>
            <a:ext cx="2926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default, public only where declared. The exact opposite of what VELO needs.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9872" y="2391156"/>
            <a:ext cx="3401568" cy="182880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57616" y="25923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MIDNIGHT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57616" y="2921508"/>
            <a:ext cx="2926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Dual-ledger, with disclose() as a first-class language construct.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120640"/>
            <a:ext cx="10881360" cy="896112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5276088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POINT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14400" y="552297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VELO needs the verdict public by design and only the witness private. Midnight is the exact primitive the use case calls for.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design decisions, defended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OF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forensics, and not finance?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Most Midnight use cases are financial.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978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Midnight solves a general problem: proving a rule was satisfied without revealing the data that satisfies 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665476"/>
            <a:ext cx="5212080" cy="182880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77824" y="2866644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FINANCE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77824" y="3195828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instance of that problem. The most travelled, and the most contested at the event.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09360" y="2665476"/>
            <a:ext cx="5212080" cy="182880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47104" y="2866644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FORENSICS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47104" y="3195828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only domain where withholding the data matters as much as proving integrity.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20640"/>
            <a:ext cx="10881360" cy="896112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5276088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POINT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914400" y="552297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domain with real depth to bring, and one few other teams compete in.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design decisions, defended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OF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Does this really need a blockchain?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Wouldn’t a database plus a ZK proof, with no public ledger, be enough?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29307"/>
            <a:ext cx="5212080" cy="182880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7824" y="2530475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DATABASE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7824" y="2859659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an admin with write access. That is exactly the planted-evidence vector VELO exists to remove.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2329307"/>
            <a:ext cx="5212080" cy="182880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47104" y="2530475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PUBLIC LEDGER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47104" y="2859659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immutability without a central authority. A database cannot, without trusting someone.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996942"/>
            <a:ext cx="10881360" cy="101981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5152390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POINT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14400" y="5399278"/>
            <a:ext cx="10332720" cy="4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is required is a record that no single party — not the expert, not an institution, not a party to the case — can alter retroactively.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design decisions, defended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OF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if the expert lies before sealing?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 the original analysis, when there is still nothing to audit.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46427"/>
            <a:ext cx="5212080" cy="219456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365883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DOES PROVE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2713355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what was published was not altered after sealing.</a:t>
            </a:r>
            <a:endParaRPr lang="en-US" sz="1350" dirty="0"/>
          </a:p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the corroboration rule was satisfied mathematically.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2146427"/>
            <a:ext cx="5212080" cy="219456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65392" y="2365883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DOES NOT PROVE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65392" y="2713355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the expert was honest in the original analysis.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996942"/>
            <a:ext cx="10881360" cy="101981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5152390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POINT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14400" y="5399278"/>
            <a:ext cx="10332720" cy="4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That remains a human and judicial responsibility, as with any forensic report today. VELO removes post-hoc tampering, not a corrupt expert.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design decisions, defended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OF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Is a hash chain enough?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force ZK on top of something that already works?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993392"/>
            <a:ext cx="10881360" cy="667512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2130552"/>
            <a:ext cx="2834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HASH CHAIN PROVES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886200" y="2130552"/>
            <a:ext cx="7360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something was not altered after publication.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2971800"/>
            <a:ext cx="10881360" cy="667512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108960"/>
            <a:ext cx="2834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CANNOT DO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886200" y="3108960"/>
            <a:ext cx="7360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a verdict and the rule it satisfies, without publishing the data that satisfies the rule.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950208"/>
            <a:ext cx="10881360" cy="667512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7824" y="4087368"/>
            <a:ext cx="2834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ZK PROVES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886200" y="4087368"/>
            <a:ext cx="7360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the corroborating sources exist and meet the rule, without ever showing them.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5120640"/>
            <a:ext cx="10881360" cy="896112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5276088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POINT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14400" y="552297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That is the specific gap ZK closes here — not a replacement for the rest of the integrity story.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design decisions, defended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OF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Isn’t this forcing Midnight?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Wouldn’t any chain plus a separate ZK library work?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29307"/>
            <a:ext cx="5212080" cy="182880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7824" y="2530475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ETHEREUM + CIRCOM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7824" y="2859659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Technically yes, it works. But the public/private boundary is built by hand, as an external layer. More surface for error.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2329307"/>
            <a:ext cx="5212080" cy="182880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47104" y="2530475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MIDNIGHT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47104" y="2859659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dual-ledger split and private state are part of the language and the protocol. The boundary is declared where the contract is defined.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996942"/>
            <a:ext cx="10881360" cy="101981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5152390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POINT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14400" y="5399278"/>
            <a:ext cx="10332720" cy="4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It reduces exactly the error a forensic system cannot tolerate: a value marked private leaking through an integration bug between pieces that were never designed to talk to each other.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design decisions, defended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 OF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Does a hash prove anything legally?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Or is that just convenient cryptography?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36839"/>
            <a:ext cx="5212080" cy="2337435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356295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SETTLED LAW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2703767"/>
            <a:ext cx="4700016" cy="151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States, Federal Rules of Evidence 902(13) and 902(14), in force since 2017: a hash already counts as valid self-authentication of an electronic record, without underlying expert testimony.</a:t>
            </a:r>
            <a:endParaRPr lang="en-US" sz="1350" dirty="0"/>
          </a:p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doctrine and case law elsewhere for the hash as a chain-of-custody fingerprint.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2136839"/>
            <a:ext cx="5212080" cy="2337435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65392" y="2356295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FRONTIER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65392" y="2703767"/>
            <a:ext cx="4700016" cy="151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Zero-knowledge proofs as authentication have no established legal precedent, in any jurisdiction.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5120640"/>
            <a:ext cx="10881360" cy="896112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5276088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POINT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14400" y="552297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That part is presented as the frontier, not as settled law.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design decisions, defended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 OF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Isn’t this the same as what exists?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Blockchain custody chains, anonymous credentials, ZK for whistleblowers.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09940"/>
            <a:ext cx="3444240" cy="123444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41248" y="2474532"/>
            <a:ext cx="3041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BLOCKCHAIN CUSTODY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41248" y="2767140"/>
            <a:ext cx="3041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Solves immutable custody, without ZK.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58640" y="2309940"/>
            <a:ext cx="3444240" cy="123444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59808" y="2474532"/>
            <a:ext cx="3041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ANONYMOUS CREDENTIALS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559808" y="2767140"/>
            <a:ext cx="3041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unlinkable credentials, without a forensic domain.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77200" y="2309940"/>
            <a:ext cx="3444240" cy="123444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78368" y="2474532"/>
            <a:ext cx="3041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ZK + PRIVATE LEDGER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278368" y="2767140"/>
            <a:ext cx="3041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Protects a whistleblower’s identity, without encoding any admissibility rule.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363847"/>
            <a:ext cx="10881360" cy="1652905"/>
          </a:xfrm>
          <a:prstGeom prst="rect">
            <a:avLst/>
          </a:prstGeom>
          <a:solidFill>
            <a:srgbClr val="8B3A2F"/>
          </a:solidFill>
          <a:ln w="12700">
            <a:solidFill>
              <a:srgbClr val="8B3A2F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4546727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E4DD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GAP VELO FILLS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14400" y="4857623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 admissibility rule for corroboration encoded as a ZK circuit constraint, tied to an anonymous accredited-expert credential, in the forensic-judicial domain.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4400" y="5552567"/>
            <a:ext cx="10332720" cy="2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E4DDC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claim is that specific combination, not “ZK for privacy” in general.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design decisions, defended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A3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ARGUMENT, IN ONE 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30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Midnight is not the chain we picked.</a:t>
            </a:r>
            <a:endParaRPr lang="en-US" sz="3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30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It is the primitive the use case calls for.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31520" y="3246120"/>
            <a:ext cx="3352800" cy="1389888"/>
          </a:xfrm>
          <a:prstGeom prst="rect">
            <a:avLst/>
          </a:prstGeom>
          <a:solidFill>
            <a:srgbClr val="2E323C"/>
          </a:solidFill>
          <a:ln w="12700">
            <a:solidFill>
              <a:srgbClr val="C9C4B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3438144"/>
            <a:ext cx="2877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DUAL-LEDGER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9264" y="3749040"/>
            <a:ext cx="2877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boundary is enforced by the compiler, not by a policy note.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404360" y="3246120"/>
            <a:ext cx="3352800" cy="1389888"/>
          </a:xfrm>
          <a:prstGeom prst="rect">
            <a:avLst/>
          </a:prstGeom>
          <a:solidFill>
            <a:srgbClr val="2E323C"/>
          </a:solidFill>
          <a:ln w="12700">
            <a:solidFill>
              <a:srgbClr val="C9C4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2104" y="3438144"/>
            <a:ext cx="2877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ZERO-KNOWLEDGE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642104" y="3749040"/>
            <a:ext cx="2877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is proven without showing the data that satisfies it.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77200" y="3246120"/>
            <a:ext cx="3352800" cy="1389888"/>
          </a:xfrm>
          <a:prstGeom prst="rect">
            <a:avLst/>
          </a:prstGeom>
          <a:solidFill>
            <a:srgbClr val="2E323C"/>
          </a:solidFill>
          <a:ln w="12700">
            <a:solidFill>
              <a:srgbClr val="C9C4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14944" y="3438144"/>
            <a:ext cx="2877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LEDGER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14944" y="3749040"/>
            <a:ext cx="2877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party can alter the record retroactively.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31520" y="523036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C9C4B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And where something is not yet proven, we say so.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design decisions, defended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VELO — Why Midnight, why ZK</dc:title>
  <dc:subject>PptxGenJS Presentation</dc:subject>
  <dc:creator>VELO</dc:creator>
  <cp:lastModifiedBy>VELO</cp:lastModifiedBy>
  <cp:revision>1</cp:revision>
  <dcterms:created xsi:type="dcterms:W3CDTF">2026-08-07T16:16:16Z</dcterms:created>
  <dcterms:modified xsi:type="dcterms:W3CDTF">2026-08-07T16:16:16Z</dcterms:modified>
</cp:coreProperties>
</file>